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433" r:id="rId2"/>
    <p:sldId id="325" r:id="rId3"/>
    <p:sldId id="353" r:id="rId4"/>
    <p:sldId id="371" r:id="rId5"/>
    <p:sldId id="372" r:id="rId6"/>
    <p:sldId id="354" r:id="rId7"/>
    <p:sldId id="374" r:id="rId8"/>
    <p:sldId id="361" r:id="rId9"/>
    <p:sldId id="362" r:id="rId10"/>
    <p:sldId id="326" r:id="rId11"/>
    <p:sldId id="375" r:id="rId12"/>
    <p:sldId id="376" r:id="rId13"/>
    <p:sldId id="404" r:id="rId14"/>
    <p:sldId id="405" r:id="rId15"/>
    <p:sldId id="406" r:id="rId16"/>
    <p:sldId id="407" r:id="rId17"/>
    <p:sldId id="381" r:id="rId18"/>
    <p:sldId id="382" r:id="rId19"/>
    <p:sldId id="424" r:id="rId20"/>
    <p:sldId id="425" r:id="rId21"/>
    <p:sldId id="426" r:id="rId22"/>
    <p:sldId id="408" r:id="rId23"/>
    <p:sldId id="409" r:id="rId24"/>
    <p:sldId id="410" r:id="rId25"/>
    <p:sldId id="411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ara Pastore" userId="139593765c880f0a" providerId="LiveId" clId="{1AC30DA7-D459-496F-8A58-0E14E84145CE}"/>
    <pc:docChg chg="undo custSel addSld delSld modSld sldOrd">
      <pc:chgData name="Chiara Pastore" userId="139593765c880f0a" providerId="LiveId" clId="{1AC30DA7-D459-496F-8A58-0E14E84145CE}" dt="2025-10-04T18:07:35.503" v="315" actId="2696"/>
      <pc:docMkLst>
        <pc:docMk/>
      </pc:docMkLst>
      <pc:sldChg chg="modSp del">
        <pc:chgData name="Chiara Pastore" userId="139593765c880f0a" providerId="LiveId" clId="{1AC30DA7-D459-496F-8A58-0E14E84145CE}" dt="2025-10-03T21:03:05.562" v="15" actId="2696"/>
        <pc:sldMkLst>
          <pc:docMk/>
          <pc:sldMk cId="1116111254" sldId="256"/>
        </pc:sldMkLst>
        <pc:spChg chg="mod">
          <ac:chgData name="Chiara Pastore" userId="139593765c880f0a" providerId="LiveId" clId="{1AC30DA7-D459-496F-8A58-0E14E84145CE}" dt="2025-10-03T21:03:01.703" v="0"/>
          <ac:spMkLst>
            <pc:docMk/>
            <pc:sldMk cId="1116111254" sldId="256"/>
            <ac:spMk id="2" creationId="{00000000-0000-0000-0000-000000000000}"/>
          </ac:spMkLst>
        </pc:spChg>
      </pc:sldChg>
      <pc:sldChg chg="modSp">
        <pc:chgData name="Chiara Pastore" userId="139593765c880f0a" providerId="LiveId" clId="{1AC30DA7-D459-496F-8A58-0E14E84145CE}" dt="2025-10-03T21:03:01.703" v="0"/>
        <pc:sldMkLst>
          <pc:docMk/>
          <pc:sldMk cId="126899944" sldId="353"/>
        </pc:sldMkLst>
        <pc:spChg chg="mod">
          <ac:chgData name="Chiara Pastore" userId="139593765c880f0a" providerId="LiveId" clId="{1AC30DA7-D459-496F-8A58-0E14E84145CE}" dt="2025-10-03T21:03:01.703" v="0"/>
          <ac:spMkLst>
            <pc:docMk/>
            <pc:sldMk cId="126899944" sldId="353"/>
            <ac:spMk id="2" creationId="{00000000-0000-0000-0000-000000000000}"/>
          </ac:spMkLst>
        </pc:spChg>
      </pc:sldChg>
      <pc:sldChg chg="modSp mod">
        <pc:chgData name="Chiara Pastore" userId="139593765c880f0a" providerId="LiveId" clId="{1AC30DA7-D459-496F-8A58-0E14E84145CE}" dt="2025-10-03T21:18:32.522" v="26" actId="255"/>
        <pc:sldMkLst>
          <pc:docMk/>
          <pc:sldMk cId="3892472392" sldId="354"/>
        </pc:sldMkLst>
        <pc:spChg chg="mod">
          <ac:chgData name="Chiara Pastore" userId="139593765c880f0a" providerId="LiveId" clId="{1AC30DA7-D459-496F-8A58-0E14E84145CE}" dt="2025-10-03T21:03:01.703" v="0"/>
          <ac:spMkLst>
            <pc:docMk/>
            <pc:sldMk cId="3892472392" sldId="354"/>
            <ac:spMk id="2" creationId="{00000000-0000-0000-0000-000000000000}"/>
          </ac:spMkLst>
        </pc:spChg>
        <pc:spChg chg="mod">
          <ac:chgData name="Chiara Pastore" userId="139593765c880f0a" providerId="LiveId" clId="{1AC30DA7-D459-496F-8A58-0E14E84145CE}" dt="2025-10-03T21:18:32.522" v="26" actId="255"/>
          <ac:spMkLst>
            <pc:docMk/>
            <pc:sldMk cId="3892472392" sldId="354"/>
            <ac:spMk id="3" creationId="{00000000-0000-0000-0000-000000000000}"/>
          </ac:spMkLst>
        </pc:spChg>
      </pc:sldChg>
      <pc:sldChg chg="modSp mod">
        <pc:chgData name="Chiara Pastore" userId="139593765c880f0a" providerId="LiveId" clId="{1AC30DA7-D459-496F-8A58-0E14E84145CE}" dt="2025-10-03T21:18:41.293" v="29" actId="255"/>
        <pc:sldMkLst>
          <pc:docMk/>
          <pc:sldMk cId="3424336396" sldId="361"/>
        </pc:sldMkLst>
        <pc:spChg chg="mod">
          <ac:chgData name="Chiara Pastore" userId="139593765c880f0a" providerId="LiveId" clId="{1AC30DA7-D459-496F-8A58-0E14E84145CE}" dt="2025-10-03T21:03:01.703" v="0"/>
          <ac:spMkLst>
            <pc:docMk/>
            <pc:sldMk cId="3424336396" sldId="361"/>
            <ac:spMk id="2" creationId="{00000000-0000-0000-0000-000000000000}"/>
          </ac:spMkLst>
        </pc:spChg>
        <pc:spChg chg="mod">
          <ac:chgData name="Chiara Pastore" userId="139593765c880f0a" providerId="LiveId" clId="{1AC30DA7-D459-496F-8A58-0E14E84145CE}" dt="2025-10-03T21:18:41.293" v="29" actId="255"/>
          <ac:spMkLst>
            <pc:docMk/>
            <pc:sldMk cId="3424336396" sldId="361"/>
            <ac:spMk id="3" creationId="{00000000-0000-0000-0000-000000000000}"/>
          </ac:spMkLst>
        </pc:spChg>
      </pc:sldChg>
      <pc:sldChg chg="modSp mod">
        <pc:chgData name="Chiara Pastore" userId="139593765c880f0a" providerId="LiveId" clId="{1AC30DA7-D459-496F-8A58-0E14E84145CE}" dt="2025-10-03T21:18:51.943" v="34" actId="1076"/>
        <pc:sldMkLst>
          <pc:docMk/>
          <pc:sldMk cId="223041690" sldId="362"/>
        </pc:sldMkLst>
        <pc:spChg chg="mod">
          <ac:chgData name="Chiara Pastore" userId="139593765c880f0a" providerId="LiveId" clId="{1AC30DA7-D459-496F-8A58-0E14E84145CE}" dt="2025-10-03T21:18:49.866" v="33" actId="27636"/>
          <ac:spMkLst>
            <pc:docMk/>
            <pc:sldMk cId="223041690" sldId="362"/>
            <ac:spMk id="2" creationId="{00000000-0000-0000-0000-000000000000}"/>
          </ac:spMkLst>
        </pc:spChg>
        <pc:spChg chg="mod">
          <ac:chgData name="Chiara Pastore" userId="139593765c880f0a" providerId="LiveId" clId="{1AC30DA7-D459-496F-8A58-0E14E84145CE}" dt="2025-10-03T21:18:51.943" v="34" actId="1076"/>
          <ac:spMkLst>
            <pc:docMk/>
            <pc:sldMk cId="223041690" sldId="362"/>
            <ac:spMk id="3" creationId="{00000000-0000-0000-0000-000000000000}"/>
          </ac:spMkLst>
        </pc:spChg>
      </pc:sldChg>
      <pc:sldChg chg="modSp mod">
        <pc:chgData name="Chiara Pastore" userId="139593765c880f0a" providerId="LiveId" clId="{1AC30DA7-D459-496F-8A58-0E14E84145CE}" dt="2025-10-03T21:18:20.638" v="23" actId="255"/>
        <pc:sldMkLst>
          <pc:docMk/>
          <pc:sldMk cId="3096503" sldId="371"/>
        </pc:sldMkLst>
        <pc:spChg chg="mod">
          <ac:chgData name="Chiara Pastore" userId="139593765c880f0a" providerId="LiveId" clId="{1AC30DA7-D459-496F-8A58-0E14E84145CE}" dt="2025-10-03T21:03:01.703" v="0"/>
          <ac:spMkLst>
            <pc:docMk/>
            <pc:sldMk cId="3096503" sldId="371"/>
            <ac:spMk id="2" creationId="{00000000-0000-0000-0000-000000000000}"/>
          </ac:spMkLst>
        </pc:spChg>
        <pc:spChg chg="mod">
          <ac:chgData name="Chiara Pastore" userId="139593765c880f0a" providerId="LiveId" clId="{1AC30DA7-D459-496F-8A58-0E14E84145CE}" dt="2025-10-03T21:18:20.638" v="23" actId="255"/>
          <ac:spMkLst>
            <pc:docMk/>
            <pc:sldMk cId="3096503" sldId="371"/>
            <ac:spMk id="3" creationId="{00000000-0000-0000-0000-000000000000}"/>
          </ac:spMkLst>
        </pc:spChg>
      </pc:sldChg>
      <pc:sldChg chg="modSp">
        <pc:chgData name="Chiara Pastore" userId="139593765c880f0a" providerId="LiveId" clId="{1AC30DA7-D459-496F-8A58-0E14E84145CE}" dt="2025-10-03T21:18:28.034" v="25" actId="14100"/>
        <pc:sldMkLst>
          <pc:docMk/>
          <pc:sldMk cId="3152815685" sldId="372"/>
        </pc:sldMkLst>
        <pc:picChg chg="mod">
          <ac:chgData name="Chiara Pastore" userId="139593765c880f0a" providerId="LiveId" clId="{1AC30DA7-D459-496F-8A58-0E14E84145CE}" dt="2025-10-03T21:18:28.034" v="25" actId="14100"/>
          <ac:picMkLst>
            <pc:docMk/>
            <pc:sldMk cId="3152815685" sldId="372"/>
            <ac:picMk id="49154" creationId="{00000000-0000-0000-0000-000000000000}"/>
          </ac:picMkLst>
        </pc:picChg>
      </pc:sldChg>
      <pc:sldChg chg="modSp">
        <pc:chgData name="Chiara Pastore" userId="139593765c880f0a" providerId="LiveId" clId="{1AC30DA7-D459-496F-8A58-0E14E84145CE}" dt="2025-10-03T21:18:36.014" v="28" actId="14100"/>
        <pc:sldMkLst>
          <pc:docMk/>
          <pc:sldMk cId="35134222" sldId="374"/>
        </pc:sldMkLst>
        <pc:picChg chg="mod">
          <ac:chgData name="Chiara Pastore" userId="139593765c880f0a" providerId="LiveId" clId="{1AC30DA7-D459-496F-8A58-0E14E84145CE}" dt="2025-10-03T21:18:36.014" v="28" actId="14100"/>
          <ac:picMkLst>
            <pc:docMk/>
            <pc:sldMk cId="35134222" sldId="374"/>
            <ac:picMk id="51202" creationId="{00000000-0000-0000-0000-000000000000}"/>
          </ac:picMkLst>
        </pc:picChg>
      </pc:sldChg>
      <pc:sldChg chg="modSp">
        <pc:chgData name="Chiara Pastore" userId="139593765c880f0a" providerId="LiveId" clId="{1AC30DA7-D459-496F-8A58-0E14E84145CE}" dt="2025-10-03T21:19:00.126" v="37" actId="1076"/>
        <pc:sldMkLst>
          <pc:docMk/>
          <pc:sldMk cId="143409759" sldId="375"/>
        </pc:sldMkLst>
        <pc:picChg chg="mod">
          <ac:chgData name="Chiara Pastore" userId="139593765c880f0a" providerId="LiveId" clId="{1AC30DA7-D459-496F-8A58-0E14E84145CE}" dt="2025-10-03T21:19:00.126" v="37" actId="1076"/>
          <ac:picMkLst>
            <pc:docMk/>
            <pc:sldMk cId="143409759" sldId="375"/>
            <ac:picMk id="52227" creationId="{00000000-0000-0000-0000-000000000000}"/>
          </ac:picMkLst>
        </pc:picChg>
      </pc:sldChg>
      <pc:sldChg chg="modSp">
        <pc:chgData name="Chiara Pastore" userId="139593765c880f0a" providerId="LiveId" clId="{1AC30DA7-D459-496F-8A58-0E14E84145CE}" dt="2025-10-03T21:19:05.423" v="40" actId="1076"/>
        <pc:sldMkLst>
          <pc:docMk/>
          <pc:sldMk cId="2129268833" sldId="376"/>
        </pc:sldMkLst>
        <pc:picChg chg="mod">
          <ac:chgData name="Chiara Pastore" userId="139593765c880f0a" providerId="LiveId" clId="{1AC30DA7-D459-496F-8A58-0E14E84145CE}" dt="2025-10-03T21:19:05.423" v="40" actId="1076"/>
          <ac:picMkLst>
            <pc:docMk/>
            <pc:sldMk cId="2129268833" sldId="376"/>
            <ac:picMk id="53250" creationId="{00000000-0000-0000-0000-000000000000}"/>
          </ac:picMkLst>
        </pc:picChg>
      </pc:sldChg>
      <pc:sldChg chg="modSp mod">
        <pc:chgData name="Chiara Pastore" userId="139593765c880f0a" providerId="LiveId" clId="{1AC30DA7-D459-496F-8A58-0E14E84145CE}" dt="2025-10-03T21:19:14.606" v="42" actId="1076"/>
        <pc:sldMkLst>
          <pc:docMk/>
          <pc:sldMk cId="613476548" sldId="404"/>
        </pc:sldMkLst>
        <pc:spChg chg="mod">
          <ac:chgData name="Chiara Pastore" userId="139593765c880f0a" providerId="LiveId" clId="{1AC30DA7-D459-496F-8A58-0E14E84145CE}" dt="2025-10-03T21:03:01.801" v="5" actId="27636"/>
          <ac:spMkLst>
            <pc:docMk/>
            <pc:sldMk cId="613476548" sldId="404"/>
            <ac:spMk id="2" creationId="{00000000-0000-0000-0000-000000000000}"/>
          </ac:spMkLst>
        </pc:spChg>
        <pc:spChg chg="mod">
          <ac:chgData name="Chiara Pastore" userId="139593765c880f0a" providerId="LiveId" clId="{1AC30DA7-D459-496F-8A58-0E14E84145CE}" dt="2025-10-03T21:19:14.606" v="42" actId="1076"/>
          <ac:spMkLst>
            <pc:docMk/>
            <pc:sldMk cId="613476548" sldId="404"/>
            <ac:spMk id="3" creationId="{00000000-0000-0000-0000-000000000000}"/>
          </ac:spMkLst>
        </pc:spChg>
      </pc:sldChg>
      <pc:sldChg chg="modSp mod">
        <pc:chgData name="Chiara Pastore" userId="139593765c880f0a" providerId="LiveId" clId="{1AC30DA7-D459-496F-8A58-0E14E84145CE}" dt="2025-10-03T21:19:25.157" v="45" actId="1076"/>
        <pc:sldMkLst>
          <pc:docMk/>
          <pc:sldMk cId="2458688587" sldId="405"/>
        </pc:sldMkLst>
        <pc:spChg chg="mod">
          <ac:chgData name="Chiara Pastore" userId="139593765c880f0a" providerId="LiveId" clId="{1AC30DA7-D459-496F-8A58-0E14E84145CE}" dt="2025-10-03T21:19:22.792" v="44" actId="255"/>
          <ac:spMkLst>
            <pc:docMk/>
            <pc:sldMk cId="2458688587" sldId="405"/>
            <ac:spMk id="2" creationId="{00000000-0000-0000-0000-000000000000}"/>
          </ac:spMkLst>
        </pc:spChg>
        <pc:spChg chg="mod">
          <ac:chgData name="Chiara Pastore" userId="139593765c880f0a" providerId="LiveId" clId="{1AC30DA7-D459-496F-8A58-0E14E84145CE}" dt="2025-10-03T21:19:25.157" v="45" actId="1076"/>
          <ac:spMkLst>
            <pc:docMk/>
            <pc:sldMk cId="2458688587" sldId="405"/>
            <ac:spMk id="3" creationId="{00000000-0000-0000-0000-000000000000}"/>
          </ac:spMkLst>
        </pc:spChg>
      </pc:sldChg>
      <pc:sldChg chg="modSp mod">
        <pc:chgData name="Chiara Pastore" userId="139593765c880f0a" providerId="LiveId" clId="{1AC30DA7-D459-496F-8A58-0E14E84145CE}" dt="2025-10-03T21:19:31.303" v="47" actId="1076"/>
        <pc:sldMkLst>
          <pc:docMk/>
          <pc:sldMk cId="1023028514" sldId="406"/>
        </pc:sldMkLst>
        <pc:spChg chg="mod">
          <ac:chgData name="Chiara Pastore" userId="139593765c880f0a" providerId="LiveId" clId="{1AC30DA7-D459-496F-8A58-0E14E84145CE}" dt="2025-10-03T21:03:01.813" v="8" actId="27636"/>
          <ac:spMkLst>
            <pc:docMk/>
            <pc:sldMk cId="1023028514" sldId="406"/>
            <ac:spMk id="2" creationId="{00000000-0000-0000-0000-000000000000}"/>
          </ac:spMkLst>
        </pc:spChg>
        <pc:spChg chg="mod">
          <ac:chgData name="Chiara Pastore" userId="139593765c880f0a" providerId="LiveId" clId="{1AC30DA7-D459-496F-8A58-0E14E84145CE}" dt="2025-10-03T21:19:31.303" v="47" actId="1076"/>
          <ac:spMkLst>
            <pc:docMk/>
            <pc:sldMk cId="1023028514" sldId="406"/>
            <ac:spMk id="3" creationId="{00000000-0000-0000-0000-000000000000}"/>
          </ac:spMkLst>
        </pc:spChg>
      </pc:sldChg>
      <pc:sldChg chg="modSp mod">
        <pc:chgData name="Chiara Pastore" userId="139593765c880f0a" providerId="LiveId" clId="{1AC30DA7-D459-496F-8A58-0E14E84145CE}" dt="2025-10-03T21:19:37.080" v="48" actId="255"/>
        <pc:sldMkLst>
          <pc:docMk/>
          <pc:sldMk cId="209635529" sldId="407"/>
        </pc:sldMkLst>
        <pc:spChg chg="mod">
          <ac:chgData name="Chiara Pastore" userId="139593765c880f0a" providerId="LiveId" clId="{1AC30DA7-D459-496F-8A58-0E14E84145CE}" dt="2025-10-03T21:03:01.820" v="10" actId="27636"/>
          <ac:spMkLst>
            <pc:docMk/>
            <pc:sldMk cId="209635529" sldId="407"/>
            <ac:spMk id="2" creationId="{00000000-0000-0000-0000-000000000000}"/>
          </ac:spMkLst>
        </pc:spChg>
        <pc:spChg chg="mod">
          <ac:chgData name="Chiara Pastore" userId="139593765c880f0a" providerId="LiveId" clId="{1AC30DA7-D459-496F-8A58-0E14E84145CE}" dt="2025-10-03T21:19:37.080" v="48" actId="255"/>
          <ac:spMkLst>
            <pc:docMk/>
            <pc:sldMk cId="209635529" sldId="407"/>
            <ac:spMk id="3" creationId="{00000000-0000-0000-0000-000000000000}"/>
          </ac:spMkLst>
        </pc:spChg>
      </pc:sldChg>
      <pc:sldChg chg="modSp">
        <pc:chgData name="Chiara Pastore" userId="139593765c880f0a" providerId="LiveId" clId="{1AC30DA7-D459-496F-8A58-0E14E84145CE}" dt="2025-10-03T21:19:55.911" v="57" actId="1076"/>
        <pc:sldMkLst>
          <pc:docMk/>
          <pc:sldMk cId="3186904906" sldId="408"/>
        </pc:sldMkLst>
        <pc:picChg chg="mod">
          <ac:chgData name="Chiara Pastore" userId="139593765c880f0a" providerId="LiveId" clId="{1AC30DA7-D459-496F-8A58-0E14E84145CE}" dt="2025-10-03T21:19:55.911" v="57" actId="1076"/>
          <ac:picMkLst>
            <pc:docMk/>
            <pc:sldMk cId="3186904906" sldId="408"/>
            <ac:picMk id="69634" creationId="{00000000-0000-0000-0000-000000000000}"/>
          </ac:picMkLst>
        </pc:picChg>
      </pc:sldChg>
      <pc:sldChg chg="modSp mod">
        <pc:chgData name="Chiara Pastore" userId="139593765c880f0a" providerId="LiveId" clId="{1AC30DA7-D459-496F-8A58-0E14E84145CE}" dt="2025-10-03T21:20:04.513" v="59" actId="1076"/>
        <pc:sldMkLst>
          <pc:docMk/>
          <pc:sldMk cId="1786137467" sldId="409"/>
        </pc:sldMkLst>
        <pc:spChg chg="mod">
          <ac:chgData name="Chiara Pastore" userId="139593765c880f0a" providerId="LiveId" clId="{1AC30DA7-D459-496F-8A58-0E14E84145CE}" dt="2025-10-03T21:20:04.513" v="59" actId="1076"/>
          <ac:spMkLst>
            <pc:docMk/>
            <pc:sldMk cId="1786137467" sldId="409"/>
            <ac:spMk id="3" creationId="{00000000-0000-0000-0000-000000000000}"/>
          </ac:spMkLst>
        </pc:spChg>
      </pc:sldChg>
      <pc:sldChg chg="modSp mod">
        <pc:chgData name="Chiara Pastore" userId="139593765c880f0a" providerId="LiveId" clId="{1AC30DA7-D459-496F-8A58-0E14E84145CE}" dt="2025-10-03T21:20:10.393" v="61" actId="1076"/>
        <pc:sldMkLst>
          <pc:docMk/>
          <pc:sldMk cId="3923120643" sldId="410"/>
        </pc:sldMkLst>
        <pc:spChg chg="mod">
          <ac:chgData name="Chiara Pastore" userId="139593765c880f0a" providerId="LiveId" clId="{1AC30DA7-D459-496F-8A58-0E14E84145CE}" dt="2025-10-03T21:20:10.393" v="61" actId="1076"/>
          <ac:spMkLst>
            <pc:docMk/>
            <pc:sldMk cId="3923120643" sldId="410"/>
            <ac:spMk id="3" creationId="{00000000-0000-0000-0000-000000000000}"/>
          </ac:spMkLst>
        </pc:spChg>
      </pc:sldChg>
      <pc:sldChg chg="modSp mod">
        <pc:chgData name="Chiara Pastore" userId="139593765c880f0a" providerId="LiveId" clId="{1AC30DA7-D459-496F-8A58-0E14E84145CE}" dt="2025-10-03T21:20:15.960" v="63" actId="1076"/>
        <pc:sldMkLst>
          <pc:docMk/>
          <pc:sldMk cId="249276513" sldId="411"/>
        </pc:sldMkLst>
        <pc:spChg chg="mod">
          <ac:chgData name="Chiara Pastore" userId="139593765c880f0a" providerId="LiveId" clId="{1AC30DA7-D459-496F-8A58-0E14E84145CE}" dt="2025-10-03T21:20:15.960" v="63" actId="1076"/>
          <ac:spMkLst>
            <pc:docMk/>
            <pc:sldMk cId="249276513" sldId="411"/>
            <ac:spMk id="3" creationId="{00000000-0000-0000-0000-000000000000}"/>
          </ac:spMkLst>
        </pc:spChg>
      </pc:sldChg>
      <pc:sldChg chg="modSp">
        <pc:chgData name="Chiara Pastore" userId="139593765c880f0a" providerId="LiveId" clId="{1AC30DA7-D459-496F-8A58-0E14E84145CE}" dt="2025-10-03T21:19:46.017" v="51" actId="1076"/>
        <pc:sldMkLst>
          <pc:docMk/>
          <pc:sldMk cId="61701446" sldId="425"/>
        </pc:sldMkLst>
        <pc:picChg chg="mod">
          <ac:chgData name="Chiara Pastore" userId="139593765c880f0a" providerId="LiveId" clId="{1AC30DA7-D459-496F-8A58-0E14E84145CE}" dt="2025-10-03T21:19:46.017" v="51" actId="1076"/>
          <ac:picMkLst>
            <pc:docMk/>
            <pc:sldMk cId="61701446" sldId="425"/>
            <ac:picMk id="82946" creationId="{00000000-0000-0000-0000-000000000000}"/>
          </ac:picMkLst>
        </pc:picChg>
      </pc:sldChg>
      <pc:sldChg chg="modSp">
        <pc:chgData name="Chiara Pastore" userId="139593765c880f0a" providerId="LiveId" clId="{1AC30DA7-D459-496F-8A58-0E14E84145CE}" dt="2025-10-03T21:19:51.053" v="54" actId="1076"/>
        <pc:sldMkLst>
          <pc:docMk/>
          <pc:sldMk cId="2136583908" sldId="426"/>
        </pc:sldMkLst>
        <pc:picChg chg="mod">
          <ac:chgData name="Chiara Pastore" userId="139593765c880f0a" providerId="LiveId" clId="{1AC30DA7-D459-496F-8A58-0E14E84145CE}" dt="2025-10-03T21:19:51.053" v="54" actId="1076"/>
          <ac:picMkLst>
            <pc:docMk/>
            <pc:sldMk cId="2136583908" sldId="426"/>
            <ac:picMk id="83970" creationId="{00000000-0000-0000-0000-000000000000}"/>
          </ac:picMkLst>
        </pc:picChg>
      </pc:sldChg>
      <pc:sldChg chg="add del">
        <pc:chgData name="Chiara Pastore" userId="139593765c880f0a" providerId="LiveId" clId="{1AC30DA7-D459-496F-8A58-0E14E84145CE}" dt="2025-10-03T21:03:14.345" v="16" actId="2696"/>
        <pc:sldMkLst>
          <pc:docMk/>
          <pc:sldMk cId="4013433078" sldId="427"/>
        </pc:sldMkLst>
      </pc:sldChg>
      <pc:sldChg chg="modSp add mod ord">
        <pc:chgData name="Chiara Pastore" userId="139593765c880f0a" providerId="LiveId" clId="{1AC30DA7-D459-496F-8A58-0E14E84145CE}" dt="2025-10-03T21:04:13.351" v="21" actId="20577"/>
        <pc:sldMkLst>
          <pc:docMk/>
          <pc:sldMk cId="1923411025" sldId="433"/>
        </pc:sldMkLst>
        <pc:spChg chg="mod">
          <ac:chgData name="Chiara Pastore" userId="139593765c880f0a" providerId="LiveId" clId="{1AC30DA7-D459-496F-8A58-0E14E84145CE}" dt="2025-10-03T21:04:13.351" v="21" actId="20577"/>
          <ac:spMkLst>
            <pc:docMk/>
            <pc:sldMk cId="1923411025" sldId="433"/>
            <ac:spMk id="7" creationId="{32080612-A2EB-0C55-CB4F-E9F9580D8498}"/>
          </ac:spMkLst>
        </pc:spChg>
      </pc:sldChg>
      <pc:sldChg chg="addSp modSp new mod">
        <pc:chgData name="Chiara Pastore" userId="139593765c880f0a" providerId="LiveId" clId="{1AC30DA7-D459-496F-8A58-0E14E84145CE}" dt="2025-10-04T17:54:33.930" v="96" actId="1076"/>
        <pc:sldMkLst>
          <pc:docMk/>
          <pc:sldMk cId="190876784" sldId="434"/>
        </pc:sldMkLst>
        <pc:spChg chg="mod">
          <ac:chgData name="Chiara Pastore" userId="139593765c880f0a" providerId="LiveId" clId="{1AC30DA7-D459-496F-8A58-0E14E84145CE}" dt="2025-10-04T17:53:48.175" v="85" actId="27636"/>
          <ac:spMkLst>
            <pc:docMk/>
            <pc:sldMk cId="190876784" sldId="434"/>
            <ac:spMk id="2" creationId="{7589813D-8D4F-AC0A-8387-17ED355921A9}"/>
          </ac:spMkLst>
        </pc:spChg>
        <pc:spChg chg="mod">
          <ac:chgData name="Chiara Pastore" userId="139593765c880f0a" providerId="LiveId" clId="{1AC30DA7-D459-496F-8A58-0E14E84145CE}" dt="2025-10-04T17:54:31.123" v="95" actId="255"/>
          <ac:spMkLst>
            <pc:docMk/>
            <pc:sldMk cId="190876784" sldId="434"/>
            <ac:spMk id="3" creationId="{AB2CF36B-ADEF-A630-48F3-88836292206E}"/>
          </ac:spMkLst>
        </pc:spChg>
        <pc:picChg chg="add mod">
          <ac:chgData name="Chiara Pastore" userId="139593765c880f0a" providerId="LiveId" clId="{1AC30DA7-D459-496F-8A58-0E14E84145CE}" dt="2025-10-04T17:54:33.930" v="96" actId="1076"/>
          <ac:picMkLst>
            <pc:docMk/>
            <pc:sldMk cId="190876784" sldId="434"/>
            <ac:picMk id="5" creationId="{7B3701B2-2734-DB32-0CD3-C9F5725F5896}"/>
          </ac:picMkLst>
        </pc:picChg>
      </pc:sldChg>
      <pc:sldChg chg="addSp delSp modSp add mod">
        <pc:chgData name="Chiara Pastore" userId="139593765c880f0a" providerId="LiveId" clId="{1AC30DA7-D459-496F-8A58-0E14E84145CE}" dt="2025-10-04T17:55:38.783" v="107" actId="255"/>
        <pc:sldMkLst>
          <pc:docMk/>
          <pc:sldMk cId="332119667" sldId="435"/>
        </pc:sldMkLst>
        <pc:spChg chg="mod">
          <ac:chgData name="Chiara Pastore" userId="139593765c880f0a" providerId="LiveId" clId="{1AC30DA7-D459-496F-8A58-0E14E84145CE}" dt="2025-10-04T17:55:38.783" v="107" actId="255"/>
          <ac:spMkLst>
            <pc:docMk/>
            <pc:sldMk cId="332119667" sldId="435"/>
            <ac:spMk id="2" creationId="{1E525522-DB90-3234-B83A-DAC04B73EE11}"/>
          </ac:spMkLst>
        </pc:spChg>
        <pc:spChg chg="mod">
          <ac:chgData name="Chiara Pastore" userId="139593765c880f0a" providerId="LiveId" clId="{1AC30DA7-D459-496F-8A58-0E14E84145CE}" dt="2025-10-04T17:55:12.760" v="106" actId="27636"/>
          <ac:spMkLst>
            <pc:docMk/>
            <pc:sldMk cId="332119667" sldId="435"/>
            <ac:spMk id="3" creationId="{3B499D78-290C-7501-E27D-C4C497F1F64C}"/>
          </ac:spMkLst>
        </pc:spChg>
        <pc:picChg chg="del">
          <ac:chgData name="Chiara Pastore" userId="139593765c880f0a" providerId="LiveId" clId="{1AC30DA7-D459-496F-8A58-0E14E84145CE}" dt="2025-10-04T17:54:25.331" v="92" actId="478"/>
          <ac:picMkLst>
            <pc:docMk/>
            <pc:sldMk cId="332119667" sldId="435"/>
            <ac:picMk id="5" creationId="{8436782E-FEB6-BEF0-1D18-10921325C74E}"/>
          </ac:picMkLst>
        </pc:picChg>
        <pc:picChg chg="add mod">
          <ac:chgData name="Chiara Pastore" userId="139593765c880f0a" providerId="LiveId" clId="{1AC30DA7-D459-496F-8A58-0E14E84145CE}" dt="2025-10-04T17:55:09.591" v="104" actId="1076"/>
          <ac:picMkLst>
            <pc:docMk/>
            <pc:sldMk cId="332119667" sldId="435"/>
            <ac:picMk id="6" creationId="{239736F3-BFA6-7C59-E2B7-1F2D80ECBF4F}"/>
          </ac:picMkLst>
        </pc:picChg>
      </pc:sldChg>
      <pc:sldChg chg="addSp delSp modSp add mod">
        <pc:chgData name="Chiara Pastore" userId="139593765c880f0a" providerId="LiveId" clId="{1AC30DA7-D459-496F-8A58-0E14E84145CE}" dt="2025-10-04T17:55:49.846" v="117" actId="1076"/>
        <pc:sldMkLst>
          <pc:docMk/>
          <pc:sldMk cId="4127582379" sldId="436"/>
        </pc:sldMkLst>
        <pc:spChg chg="del mod">
          <ac:chgData name="Chiara Pastore" userId="139593765c880f0a" providerId="LiveId" clId="{1AC30DA7-D459-496F-8A58-0E14E84145CE}" dt="2025-10-04T17:55:46.641" v="114" actId="478"/>
          <ac:spMkLst>
            <pc:docMk/>
            <pc:sldMk cId="4127582379" sldId="436"/>
            <ac:spMk id="3" creationId="{85261D55-9868-2624-40F6-9F910983B0FB}"/>
          </ac:spMkLst>
        </pc:spChg>
        <pc:picChg chg="add mod">
          <ac:chgData name="Chiara Pastore" userId="139593765c880f0a" providerId="LiveId" clId="{1AC30DA7-D459-496F-8A58-0E14E84145CE}" dt="2025-10-04T17:55:49.846" v="117" actId="1076"/>
          <ac:picMkLst>
            <pc:docMk/>
            <pc:sldMk cId="4127582379" sldId="436"/>
            <ac:picMk id="5" creationId="{948829A5-0691-EE16-41EA-47ECDC6716CB}"/>
          </ac:picMkLst>
        </pc:picChg>
        <pc:picChg chg="del">
          <ac:chgData name="Chiara Pastore" userId="139593765c880f0a" providerId="LiveId" clId="{1AC30DA7-D459-496F-8A58-0E14E84145CE}" dt="2025-10-04T17:55:41.879" v="109" actId="478"/>
          <ac:picMkLst>
            <pc:docMk/>
            <pc:sldMk cId="4127582379" sldId="436"/>
            <ac:picMk id="6" creationId="{524BA36D-3CDF-8374-903F-EE81DD3BACC2}"/>
          </ac:picMkLst>
        </pc:picChg>
      </pc:sldChg>
      <pc:sldChg chg="modSp new del mod">
        <pc:chgData name="Chiara Pastore" userId="139593765c880f0a" providerId="LiveId" clId="{1AC30DA7-D459-496F-8A58-0E14E84145CE}" dt="2025-10-04T18:07:35.503" v="315" actId="2696"/>
        <pc:sldMkLst>
          <pc:docMk/>
          <pc:sldMk cId="1417840336" sldId="437"/>
        </pc:sldMkLst>
        <pc:spChg chg="mod">
          <ac:chgData name="Chiara Pastore" userId="139593765c880f0a" providerId="LiveId" clId="{1AC30DA7-D459-496F-8A58-0E14E84145CE}" dt="2025-10-04T18:03:59.698" v="164" actId="20577"/>
          <ac:spMkLst>
            <pc:docMk/>
            <pc:sldMk cId="1417840336" sldId="437"/>
            <ac:spMk id="2" creationId="{2358199D-1BD3-FE01-BCAD-9A1CCEBF26C5}"/>
          </ac:spMkLst>
        </pc:spChg>
        <pc:spChg chg="mod">
          <ac:chgData name="Chiara Pastore" userId="139593765c880f0a" providerId="LiveId" clId="{1AC30DA7-D459-496F-8A58-0E14E84145CE}" dt="2025-10-04T18:06:11.685" v="314" actId="113"/>
          <ac:spMkLst>
            <pc:docMk/>
            <pc:sldMk cId="1417840336" sldId="437"/>
            <ac:spMk id="3" creationId="{78DC5F66-107D-4E5E-B876-D06180074D3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F49D355-16BD-4E45-BD9A-5EA878CF7CBD}" type="datetimeFigureOut">
              <a:rPr lang="it-IT" smtClean="0"/>
              <a:t>04/10/2025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6747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04/10/2025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4912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04/10/2025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5906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04/10/2025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8104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04/10/2025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6487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04/10/2025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1026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04/10/2025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7680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04/10/2025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6476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04/10/2025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4602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04/10/2025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6987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04/10/2025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0783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F49D355-16BD-4E45-BD9A-5EA878CF7CBD}" type="datetimeFigureOut">
              <a:rPr lang="it-IT" smtClean="0"/>
              <a:t>04/10/2025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213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51520" y="4876258"/>
            <a:ext cx="4320480" cy="1247016"/>
          </a:xfrm>
        </p:spPr>
        <p:txBody>
          <a:bodyPr>
            <a:noAutofit/>
          </a:bodyPr>
          <a:lstStyle/>
          <a:p>
            <a:r>
              <a:rPr lang="it-IT" sz="3200" dirty="0"/>
              <a:t>Interventi psicoeducativi e didattici con disturbi relazionali e comportamentali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440702" y="6669360"/>
            <a:ext cx="2664296" cy="504056"/>
          </a:xfrm>
        </p:spPr>
        <p:txBody>
          <a:bodyPr>
            <a:normAutofit/>
          </a:bodyPr>
          <a:lstStyle/>
          <a:p>
            <a:r>
              <a:rPr lang="it-IT" sz="1800" b="1" dirty="0"/>
              <a:t>Prof.ssa Chiara Pastore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A196D99-3F46-8685-73E5-A1EE4C345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80" y="5137868"/>
            <a:ext cx="3639627" cy="1060796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34D1600-CC73-0E51-51B3-E342BD91560E}"/>
              </a:ext>
            </a:extLst>
          </p:cNvPr>
          <p:cNvSpPr txBox="1"/>
          <p:nvPr/>
        </p:nvSpPr>
        <p:spPr>
          <a:xfrm>
            <a:off x="4716016" y="4606197"/>
            <a:ext cx="457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500" b="1" dirty="0"/>
              <a:t>Corso di specializzazione per le attività del sostegno didattico agli alunni con disabilità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2080612-A2EB-0C55-CB4F-E9F9580D8498}"/>
              </a:ext>
            </a:extLst>
          </p:cNvPr>
          <p:cNvSpPr txBox="1"/>
          <p:nvPr/>
        </p:nvSpPr>
        <p:spPr>
          <a:xfrm>
            <a:off x="5724128" y="6453336"/>
            <a:ext cx="2979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Lezione 3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23411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04664"/>
            <a:ext cx="8467670" cy="4048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0290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INTERVENTI</a:t>
            </a:r>
          </a:p>
        </p:txBody>
      </p:sp>
      <p:pic>
        <p:nvPicPr>
          <p:cNvPr id="481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76672"/>
            <a:ext cx="7646076" cy="4842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899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INTERVENTI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02920" y="2084832"/>
            <a:ext cx="8183880" cy="3216376"/>
          </a:xfrm>
        </p:spPr>
        <p:txBody>
          <a:bodyPr>
            <a:noAutofit/>
          </a:bodyPr>
          <a:lstStyle/>
          <a:p>
            <a:r>
              <a:rPr lang="it-IT" sz="2400" b="1" dirty="0"/>
              <a:t>Intervento positivo sostitutivo</a:t>
            </a:r>
            <a:r>
              <a:rPr lang="it-IT" sz="2400" dirty="0"/>
              <a:t>, che dovrà essere — come precedentemente indicato — basato su tre linee guida fondamentali: </a:t>
            </a:r>
          </a:p>
          <a:p>
            <a:r>
              <a:rPr lang="it-IT" sz="2400" b="1" dirty="0"/>
              <a:t>proattivo</a:t>
            </a:r>
            <a:r>
              <a:rPr lang="it-IT" sz="2400" dirty="0"/>
              <a:t> (non definisce modalità di «risposta» ai comportamenti problema, ma li anticipa, lavora prevenendo i comportamenti negativi e crea attivamente tutte le condizioni perché il soggetto sviluppi strategie alternative ;</a:t>
            </a:r>
          </a:p>
          <a:p>
            <a:r>
              <a:rPr lang="it-IT" sz="2400" b="1" dirty="0"/>
              <a:t>positivo</a:t>
            </a:r>
            <a:r>
              <a:rPr lang="it-IT" sz="2400" dirty="0"/>
              <a:t> (orientato allo sviluppo di comportamenti positivi, alternativi, antagonisti a quello problematico); sostitutivo (i comportamenti positivi, obiettivo dell’intervento sono strettamente «sostitutivi» del comportamento problema, nel senso che quando il soggetto li userà svolgeranno – positivamente – la stessa funzione).</a:t>
            </a:r>
          </a:p>
        </p:txBody>
      </p:sp>
    </p:spTree>
    <p:extLst>
      <p:ext uri="{BB962C8B-B14F-4D97-AF65-F5344CB8AC3E}">
        <p14:creationId xmlns:p14="http://schemas.microsoft.com/office/powerpoint/2010/main" val="3096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1599" y="476672"/>
            <a:ext cx="7576819" cy="532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2815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INTERVENTI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400" dirty="0"/>
              <a:t> </a:t>
            </a:r>
            <a:r>
              <a:rPr lang="it-IT" sz="2400" b="1" dirty="0"/>
              <a:t>Intervento positivo punitivo</a:t>
            </a:r>
            <a:r>
              <a:rPr lang="it-IT" sz="2400" dirty="0"/>
              <a:t>, basato su punizioni di primo tipo (dare direttamente al soggetto una stimolazione spiacevole dopo il comportamento negativo) e/o punizioni di secondo tipo (sospendere temporaneamente una situazione positiva dopo il comportamento problematico). Procedure di intervento specifico sono il </a:t>
            </a:r>
            <a:r>
              <a:rPr lang="it-IT" sz="2400" dirty="0" err="1"/>
              <a:t>timeout</a:t>
            </a:r>
            <a:r>
              <a:rPr lang="it-IT" sz="2400" dirty="0"/>
              <a:t>, il costo della risposta, l’ipercorrezione, il blocco fisico, ecc.</a:t>
            </a:r>
          </a:p>
        </p:txBody>
      </p:sp>
    </p:spTree>
    <p:extLst>
      <p:ext uri="{BB962C8B-B14F-4D97-AF65-F5344CB8AC3E}">
        <p14:creationId xmlns:p14="http://schemas.microsoft.com/office/powerpoint/2010/main" val="3892472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9592" y="620688"/>
            <a:ext cx="7737614" cy="54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134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INTERVENTI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400" dirty="0"/>
              <a:t>La </a:t>
            </a:r>
            <a:r>
              <a:rPr lang="it-IT" sz="2400" b="1" dirty="0"/>
              <a:t>punizione</a:t>
            </a:r>
            <a:r>
              <a:rPr lang="it-IT" sz="2400" dirty="0"/>
              <a:t> può</a:t>
            </a:r>
          </a:p>
          <a:p>
            <a:r>
              <a:rPr lang="it-IT" sz="2400" dirty="0"/>
              <a:t>– produrre comportamenti di </a:t>
            </a:r>
            <a:r>
              <a:rPr lang="it-IT" sz="2400" dirty="0" err="1"/>
              <a:t>evitamento</a:t>
            </a:r>
            <a:r>
              <a:rPr lang="it-IT" sz="2400" dirty="0"/>
              <a:t> o addirittura di rinforzamento dei comportamento problema;</a:t>
            </a:r>
          </a:p>
          <a:p>
            <a:r>
              <a:rPr lang="it-IT" sz="2400" dirty="0"/>
              <a:t> – produrre ansia, disagio e disturbi emozionali; </a:t>
            </a:r>
          </a:p>
          <a:p>
            <a:r>
              <a:rPr lang="it-IT" sz="2400" dirty="0"/>
              <a:t>– insegnare modelli di comportamento aggressivo; </a:t>
            </a:r>
          </a:p>
          <a:p>
            <a:r>
              <a:rPr lang="it-IT" sz="2400" dirty="0"/>
              <a:t>– danneggiare la relazione di aiuto, ecc.</a:t>
            </a:r>
          </a:p>
        </p:txBody>
      </p:sp>
    </p:spTree>
    <p:extLst>
      <p:ext uri="{BB962C8B-B14F-4D97-AF65-F5344CB8AC3E}">
        <p14:creationId xmlns:p14="http://schemas.microsoft.com/office/powerpoint/2010/main" val="3424336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395512"/>
          </a:xfrm>
        </p:spPr>
        <p:txBody>
          <a:bodyPr>
            <a:normAutofit fontScale="90000"/>
          </a:bodyPr>
          <a:lstStyle/>
          <a:p>
            <a:r>
              <a:rPr lang="it-IT" dirty="0"/>
              <a:t>INTERVENTI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768096" y="1233288"/>
            <a:ext cx="8183880" cy="3600400"/>
          </a:xfrm>
        </p:spPr>
        <p:txBody>
          <a:bodyPr>
            <a:noAutofit/>
          </a:bodyPr>
          <a:lstStyle/>
          <a:p>
            <a:r>
              <a:rPr lang="it-IT" dirty="0"/>
              <a:t>Il </a:t>
            </a:r>
            <a:r>
              <a:rPr lang="it-IT" b="1" dirty="0" err="1"/>
              <a:t>timeout</a:t>
            </a:r>
            <a:r>
              <a:rPr lang="it-IT" dirty="0"/>
              <a:t> consiste nell’allontanare brevemente la persona da una situazione gradevole.</a:t>
            </a:r>
          </a:p>
          <a:p>
            <a:r>
              <a:rPr lang="it-IT" dirty="0"/>
              <a:t>Vanno però subito messe in luce due difficoltà pratiche nell’uso della metodologia del </a:t>
            </a:r>
            <a:r>
              <a:rPr lang="it-IT" dirty="0" err="1"/>
              <a:t>timeout</a:t>
            </a:r>
            <a:r>
              <a:rPr lang="it-IT" dirty="0"/>
              <a:t>. </a:t>
            </a:r>
          </a:p>
          <a:p>
            <a:r>
              <a:rPr lang="it-IT" dirty="0"/>
              <a:t>La prima è che bisogna fare molta attenzione ed essere certi che la sospensione di un’attività sia veramente spiacevole per la persona; una procedura di </a:t>
            </a:r>
            <a:r>
              <a:rPr lang="it-IT" dirty="0" err="1"/>
              <a:t>timeout</a:t>
            </a:r>
            <a:r>
              <a:rPr lang="it-IT" dirty="0"/>
              <a:t>, per funzionare, deve sottrarre all’alunno dei </a:t>
            </a:r>
            <a:r>
              <a:rPr lang="it-IT" dirty="0" err="1"/>
              <a:t>rinforzatori</a:t>
            </a:r>
            <a:r>
              <a:rPr lang="it-IT" dirty="0"/>
              <a:t> e non permettergli di fuggire da un’attività noiosa, ansiogena o frustrante.</a:t>
            </a:r>
          </a:p>
          <a:p>
            <a:r>
              <a:rPr lang="it-IT" dirty="0"/>
              <a:t> Inoltre, il </a:t>
            </a:r>
            <a:r>
              <a:rPr lang="it-IT" dirty="0" err="1"/>
              <a:t>timeout</a:t>
            </a:r>
            <a:r>
              <a:rPr lang="it-IT" dirty="0"/>
              <a:t>, per avere speranza di successo, deve essere: – immediato; </a:t>
            </a:r>
          </a:p>
          <a:p>
            <a:r>
              <a:rPr lang="it-IT" dirty="0"/>
              <a:t>– preannunciato con precisione e concordato con l’alunno (una punizione non va mai improvvisata!); </a:t>
            </a:r>
          </a:p>
          <a:p>
            <a:r>
              <a:rPr lang="it-IT" dirty="0"/>
              <a:t>– breve, qualche minuto di allontanamento dalla situazione gratificante è di solito la misura giusta per una procedura di </a:t>
            </a:r>
            <a:r>
              <a:rPr lang="it-IT" dirty="0" err="1"/>
              <a:t>timeout</a:t>
            </a:r>
            <a:r>
              <a:rPr lang="it-IT" dirty="0"/>
              <a:t>; </a:t>
            </a:r>
          </a:p>
          <a:p>
            <a:r>
              <a:rPr lang="it-IT" dirty="0"/>
              <a:t>– non deve trasformarsi in una punizione : esso è semplicemente sospensione dal rinforzamento e niente più.</a:t>
            </a:r>
          </a:p>
        </p:txBody>
      </p:sp>
    </p:spTree>
    <p:extLst>
      <p:ext uri="{BB962C8B-B14F-4D97-AF65-F5344CB8AC3E}">
        <p14:creationId xmlns:p14="http://schemas.microsoft.com/office/powerpoint/2010/main" val="223041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404664"/>
            <a:ext cx="8908619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7034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9592" y="332656"/>
            <a:ext cx="7344816" cy="5911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409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1560" y="548680"/>
            <a:ext cx="8336401" cy="5316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9268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Controllare gli effetti negativi della crisi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768096" y="2084832"/>
            <a:ext cx="7290055" cy="4023360"/>
          </a:xfrm>
        </p:spPr>
        <p:txBody>
          <a:bodyPr>
            <a:noAutofit/>
          </a:bodyPr>
          <a:lstStyle/>
          <a:p>
            <a:r>
              <a:rPr lang="it-IT" sz="2400" dirty="0"/>
              <a:t>Osservare e valutare in modo il più possibile calmo se il comportamento in atto è pericoloso per se stesso e/o per gli altri. </a:t>
            </a:r>
          </a:p>
          <a:p>
            <a:r>
              <a:rPr lang="it-IT" sz="2400" b="1" dirty="0"/>
              <a:t>Se la risposta è NO</a:t>
            </a:r>
            <a:r>
              <a:rPr lang="it-IT" sz="2400" dirty="0"/>
              <a:t>: </a:t>
            </a:r>
          </a:p>
          <a:p>
            <a:r>
              <a:rPr lang="it-IT" sz="2400" dirty="0"/>
              <a:t>• mantenere la distanza di sicurezza che corrisponde indicativamente alla lunghezza del braccio dell’alunno; </a:t>
            </a:r>
          </a:p>
          <a:p>
            <a:r>
              <a:rPr lang="it-IT" sz="2400" dirty="0"/>
              <a:t>• se necessario, chiedere l’aiuto almeno di un altro collega o collaboratore scolastico; </a:t>
            </a:r>
          </a:p>
          <a:p>
            <a:r>
              <a:rPr lang="it-IT" sz="2400" dirty="0"/>
              <a:t>• osservare il comportamento e attendere, con atteggiamento tranquillo e positivo, che l’alunno si calmi da solo.</a:t>
            </a:r>
          </a:p>
        </p:txBody>
      </p:sp>
    </p:spTree>
    <p:extLst>
      <p:ext uri="{BB962C8B-B14F-4D97-AF65-F5344CB8AC3E}">
        <p14:creationId xmlns:p14="http://schemas.microsoft.com/office/powerpoint/2010/main" val="613476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000" dirty="0"/>
              <a:t>Controllare gli effetti negativi della crisi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737197" y="1916832"/>
            <a:ext cx="7290055" cy="4023360"/>
          </a:xfrm>
        </p:spPr>
        <p:txBody>
          <a:bodyPr>
            <a:noAutofit/>
          </a:bodyPr>
          <a:lstStyle/>
          <a:p>
            <a:r>
              <a:rPr lang="it-IT" sz="2400" b="1" dirty="0"/>
              <a:t>Se la risposta è SÌ: </a:t>
            </a:r>
          </a:p>
          <a:p>
            <a:r>
              <a:rPr lang="it-IT" sz="2400" dirty="0"/>
              <a:t>• restare il più possibile calmi; </a:t>
            </a:r>
          </a:p>
          <a:p>
            <a:r>
              <a:rPr lang="it-IT" sz="2400" dirty="0"/>
              <a:t>• se presenti altre persone (alunni, insegnanti, utenza esterna, ecc.) dare agli stessi indicazioni gestuali di allontanarsi dal raggio di azione dell’alunno in crisi con un atteggiamento il più possibile neutro e tranquillo;</a:t>
            </a:r>
          </a:p>
          <a:p>
            <a:r>
              <a:rPr lang="it-IT" sz="2400" dirty="0"/>
              <a:t> • utilizzare un tono di voce tranquillo, empatico e positivo per cercare di distrarre/calmare l’alunno utilizzando poche ma significative parole per lui; </a:t>
            </a:r>
          </a:p>
          <a:p>
            <a:r>
              <a:rPr lang="it-IT" sz="2400" dirty="0"/>
              <a:t>• evitare di reagire ad eventuali provocazioni verbali e fisiche; </a:t>
            </a:r>
          </a:p>
          <a:p>
            <a:r>
              <a:rPr lang="it-IT" sz="2400" dirty="0"/>
              <a:t>• mantenere la distanza di sicurezza dal viso dell’alunno; </a:t>
            </a:r>
          </a:p>
        </p:txBody>
      </p:sp>
    </p:spTree>
    <p:extLst>
      <p:ext uri="{BB962C8B-B14F-4D97-AF65-F5344CB8AC3E}">
        <p14:creationId xmlns:p14="http://schemas.microsoft.com/office/powerpoint/2010/main" val="2458688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Controllare gli effetti negativi della crisi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02510" y="2053933"/>
            <a:ext cx="7290055" cy="4023360"/>
          </a:xfrm>
        </p:spPr>
        <p:txBody>
          <a:bodyPr>
            <a:noAutofit/>
          </a:bodyPr>
          <a:lstStyle/>
          <a:p>
            <a:r>
              <a:rPr lang="it-IT" sz="2400" b="1" dirty="0"/>
              <a:t>Se la risposta è SÌ: </a:t>
            </a:r>
          </a:p>
          <a:p>
            <a:r>
              <a:rPr lang="it-IT" sz="2400" dirty="0"/>
              <a:t>• se necessario fermarlo per salvaguardare la sua incolumità o quella degli altri, prenderlo preferibilmente “a braccetto” da entrambi i lati con postura stabile (gambe semiaperte), con il capo piegato lateralmente per evitare collisioni;</a:t>
            </a:r>
          </a:p>
          <a:p>
            <a:r>
              <a:rPr lang="it-IT" sz="2400" dirty="0"/>
              <a:t> • allontanare oggetti che potrebbero essere usati in modo pericoloso dall’alunno;</a:t>
            </a:r>
          </a:p>
          <a:p>
            <a:r>
              <a:rPr lang="it-IT" sz="2400" dirty="0"/>
              <a:t> • allontanare l’alunno (anche con azioni distraenti) da luoghi pericolosi, come scale, finestre, ecc. </a:t>
            </a:r>
          </a:p>
          <a:p>
            <a:r>
              <a:rPr lang="it-IT" sz="2400" dirty="0"/>
              <a:t>• mettere in atto le azioni d’intervento condivise.</a:t>
            </a:r>
            <a:endParaRPr lang="it-IT" sz="2400" b="1" dirty="0"/>
          </a:p>
        </p:txBody>
      </p:sp>
    </p:spTree>
    <p:extLst>
      <p:ext uri="{BB962C8B-B14F-4D97-AF65-F5344CB8AC3E}">
        <p14:creationId xmlns:p14="http://schemas.microsoft.com/office/powerpoint/2010/main" val="1023028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Controllare gli effetti negativi della crisi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400" dirty="0"/>
              <a:t>Nel caso che quanto messo in atto risultasse inefficace per l’alunno e la situazione permanesse ingestibile e pericolosa, il Dirigente/delegato, preso atto della situazione di emergenza, valuterà se richiedere il pronto intervento (118) avvisando tempestivamente la famiglia dell’alunno. </a:t>
            </a:r>
          </a:p>
          <a:p>
            <a:r>
              <a:rPr lang="it-IT" sz="2400" dirty="0"/>
              <a:t>Si evidenzia che, dopo un momento di forte crisi, l’adrenalina rimane in circolo nel nostro corpo fino a 2 ore, è perciò molto importante curare anche i momenti successivi alla situazione critica. </a:t>
            </a:r>
            <a:endParaRPr lang="it-IT" sz="2400" b="1" dirty="0"/>
          </a:p>
        </p:txBody>
      </p:sp>
    </p:spTree>
    <p:extLst>
      <p:ext uri="{BB962C8B-B14F-4D97-AF65-F5344CB8AC3E}">
        <p14:creationId xmlns:p14="http://schemas.microsoft.com/office/powerpoint/2010/main" val="2096355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32656"/>
            <a:ext cx="8812105" cy="506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0184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764704"/>
            <a:ext cx="8651675" cy="3816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3672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04664"/>
            <a:ext cx="7876955" cy="5673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25334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9552" y="764704"/>
            <a:ext cx="8409334" cy="5544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7014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01" y="729545"/>
            <a:ext cx="8919597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65839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3568" y="944724"/>
            <a:ext cx="8040505" cy="4968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69049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755576" y="908720"/>
            <a:ext cx="7290055" cy="4023360"/>
          </a:xfrm>
        </p:spPr>
        <p:txBody>
          <a:bodyPr>
            <a:normAutofit/>
          </a:bodyPr>
          <a:lstStyle/>
          <a:p>
            <a:pPr algn="ctr"/>
            <a:r>
              <a:rPr lang="it-IT" sz="2400" b="1" dirty="0"/>
              <a:t>Ambiente prevedibile </a:t>
            </a:r>
          </a:p>
          <a:p>
            <a:r>
              <a:rPr lang="it-IT" sz="2400" dirty="0"/>
              <a:t>Offrire informazioni di ritorno al bambini/alunno: gli insegnanti possono intervenire aiutando l’alunno a prevedere le conseguenze di determinati eventi prima di agire; si incrementano così i comportamenti adeguati. </a:t>
            </a:r>
          </a:p>
          <a:p>
            <a:r>
              <a:rPr lang="it-IT" sz="2400" dirty="0"/>
              <a:t>La capacità di prevedere le conseguenze del proprio agire permette di spiegare perché si sia verificata una determinata conseguenza dando chiare indicazioni sul grado di correttezza del comportamento. </a:t>
            </a:r>
          </a:p>
        </p:txBody>
      </p:sp>
    </p:spTree>
    <p:extLst>
      <p:ext uri="{BB962C8B-B14F-4D97-AF65-F5344CB8AC3E}">
        <p14:creationId xmlns:p14="http://schemas.microsoft.com/office/powerpoint/2010/main" val="1786137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926972" y="1052736"/>
            <a:ext cx="7290055" cy="4023360"/>
          </a:xfrm>
        </p:spPr>
        <p:txBody>
          <a:bodyPr>
            <a:normAutofit/>
          </a:bodyPr>
          <a:lstStyle/>
          <a:p>
            <a:pPr algn="ctr"/>
            <a:r>
              <a:rPr lang="it-IT" sz="2400" b="1" dirty="0"/>
              <a:t>Instaurare delle routine</a:t>
            </a:r>
            <a:r>
              <a:rPr lang="it-IT" sz="2400" dirty="0"/>
              <a:t>.</a:t>
            </a:r>
          </a:p>
          <a:p>
            <a:r>
              <a:rPr lang="it-IT" sz="2400" dirty="0"/>
              <a:t> Tutte le azioni regolari e le scadenze prestabilite forniscono all’alunno un supporto nella comprensione di ciò che accade intorno a lui. Solo in questo modo egli potrà tenere presente i suoi impegni e pianificare i tempi</a:t>
            </a:r>
          </a:p>
          <a:p>
            <a:endParaRPr lang="it-IT" sz="2400" dirty="0"/>
          </a:p>
          <a:p>
            <a:r>
              <a:rPr lang="it-IT" sz="2400" dirty="0"/>
              <a:t>Stabilire delle regole chiare e conosciute da tutti aiuta l’alunno ad organizzare i propri spazi e tempi e a sapere in anticipo quali azioni siano da considerarsi fuori dalle norme stabilite</a:t>
            </a:r>
          </a:p>
        </p:txBody>
      </p:sp>
    </p:spTree>
    <p:extLst>
      <p:ext uri="{BB962C8B-B14F-4D97-AF65-F5344CB8AC3E}">
        <p14:creationId xmlns:p14="http://schemas.microsoft.com/office/powerpoint/2010/main" val="39231206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755576" y="1268760"/>
            <a:ext cx="7290055" cy="4023360"/>
          </a:xfrm>
        </p:spPr>
        <p:txBody>
          <a:bodyPr>
            <a:normAutofit/>
          </a:bodyPr>
          <a:lstStyle/>
          <a:p>
            <a:pPr algn="ctr"/>
            <a:r>
              <a:rPr lang="it-IT" sz="2400" b="1" dirty="0"/>
              <a:t>Disposizione dei banchi </a:t>
            </a:r>
          </a:p>
          <a:p>
            <a:r>
              <a:rPr lang="it-IT" sz="2400" dirty="0"/>
              <a:t>L’insegnante deve porsi le seguenti domande: </a:t>
            </a:r>
          </a:p>
          <a:p>
            <a:r>
              <a:rPr lang="it-IT" sz="2400" dirty="0"/>
              <a:t>- Dalla cattedra si vede l’alunno? - L’alunno è facilmente raggiungibile? - È favorito lo scambio di sguardo tra insegnante alunno? - I compagni vicino a lui sono tranquilli o vivaci? - È corretta la posizione delle fonti di luce?</a:t>
            </a:r>
          </a:p>
        </p:txBody>
      </p:sp>
    </p:spTree>
    <p:extLst>
      <p:ext uri="{BB962C8B-B14F-4D97-AF65-F5344CB8AC3E}">
        <p14:creationId xmlns:p14="http://schemas.microsoft.com/office/powerpoint/2010/main" val="2492765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e">
  <a:themeElements>
    <a:clrScheme name="Integrale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e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e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288</TotalTime>
  <Words>961</Words>
  <Application>Microsoft Office PowerPoint</Application>
  <PresentationFormat>Presentazione su schermo (4:3)</PresentationFormat>
  <Paragraphs>58</Paragraphs>
  <Slides>25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25</vt:i4>
      </vt:variant>
    </vt:vector>
  </HeadingPairs>
  <TitlesOfParts>
    <vt:vector size="29" baseType="lpstr">
      <vt:lpstr>Tw Cen MT</vt:lpstr>
      <vt:lpstr>Tw Cen MT Condensed</vt:lpstr>
      <vt:lpstr>Wingdings 3</vt:lpstr>
      <vt:lpstr>Integrale</vt:lpstr>
      <vt:lpstr>Interventi psicoeducativi e didattici con disturbi relazionali e comportamentali</vt:lpstr>
      <vt:lpstr>Presentazione standard di PowerPoint</vt:lpstr>
      <vt:lpstr>INTERVENTI</vt:lpstr>
      <vt:lpstr>INTERVENTI</vt:lpstr>
      <vt:lpstr>Presentazione standard di PowerPoint</vt:lpstr>
      <vt:lpstr>INTERVENTI</vt:lpstr>
      <vt:lpstr>Presentazione standard di PowerPoint</vt:lpstr>
      <vt:lpstr>INTERVENTI</vt:lpstr>
      <vt:lpstr>INTERVENTI</vt:lpstr>
      <vt:lpstr>Presentazione standard di PowerPoint</vt:lpstr>
      <vt:lpstr>Presentazione standard di PowerPoint</vt:lpstr>
      <vt:lpstr>Presentazione standard di PowerPoint</vt:lpstr>
      <vt:lpstr>Controllare gli effetti negativi della crisi</vt:lpstr>
      <vt:lpstr>Controllare gli effetti negativi della crisi</vt:lpstr>
      <vt:lpstr>Controllare gli effetti negativi della crisi</vt:lpstr>
      <vt:lpstr>Controllare gli effetti negativi della crisi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Laboratorio di Interventi psicoeducativi e didattici con disturbi relazionali e comportamentali</dc:title>
  <dc:creator>Chiara Pastore</dc:creator>
  <cp:lastModifiedBy>Chiara Pastore</cp:lastModifiedBy>
  <cp:revision>78</cp:revision>
  <dcterms:created xsi:type="dcterms:W3CDTF">2024-04-03T16:05:44Z</dcterms:created>
  <dcterms:modified xsi:type="dcterms:W3CDTF">2025-10-04T18:48:19Z</dcterms:modified>
</cp:coreProperties>
</file>